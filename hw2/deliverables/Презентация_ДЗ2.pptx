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go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ca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f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f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bsp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pre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requ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rob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ex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_re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_con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_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