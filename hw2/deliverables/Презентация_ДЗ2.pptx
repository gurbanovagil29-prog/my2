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ca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f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bs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pre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rob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ex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re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con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